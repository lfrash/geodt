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0E7F9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3" d="100"/>
          <a:sy n="93" d="100"/>
        </p:scale>
        <p:origin x="462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80F78E-243A-F760-16B7-4D9AA81CCC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01E165-8EC6-8195-6F98-B1091FE981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56B700-7600-E24B-B751-8AE0CE8484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6B613-031A-4CB1-A67F-80615576F29D}" type="datetimeFigureOut">
              <a:rPr lang="en-US" smtClean="0"/>
              <a:t>9/27/2025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2B44C3-8BA2-F935-AA1F-BA2D1C4FB6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0E826B-3083-F082-0A12-512649902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05C308-5EFB-4B27-8DD1-5E93C442FA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5767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3DC382-BCFD-007C-1CBA-A56EDC9326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233BB1-3D1E-A2BD-D2E3-9F2F697FF0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36FC58-9F68-6919-4460-151F0A5F49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6B613-031A-4CB1-A67F-80615576F29D}" type="datetimeFigureOut">
              <a:rPr lang="en-US" smtClean="0"/>
              <a:t>9/27/2025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747A19-60A7-ABFE-8F1B-D387856BF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60ABED-6A82-F63B-CD9D-C70E666FB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05C308-5EFB-4B27-8DD1-5E93C442FA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9034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257F-95C8-A509-44FD-19C231C488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CF6DF5-DF8A-8441-ED3D-9192075FD1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0E2641-80AA-833C-5C70-071C0FB2FF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6B613-031A-4CB1-A67F-80615576F29D}" type="datetimeFigureOut">
              <a:rPr lang="en-US" smtClean="0"/>
              <a:t>9/27/2025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636EA0-EC52-F276-3B0D-EAC68D2D54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2C44F9-5707-36BA-B5A0-0B3D8DF8F7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05C308-5EFB-4B27-8DD1-5E93C442FA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1313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7D1A9-ACEC-0D5B-16EA-861B9437A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7E5B14-687C-55B9-7E5D-EA13A45CCA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ED0BD6-B43C-F8AD-94A9-D9DF964BF4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B6DE51-EFA7-BE29-DEED-5AF3056A5A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6B613-031A-4CB1-A67F-80615576F29D}" type="datetimeFigureOut">
              <a:rPr lang="en-US" smtClean="0"/>
              <a:t>9/27/2025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1C455D-9C1E-E1F4-EEAA-6AF19A7D9C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4EA659-6338-22C8-0930-7D5BE40D80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05C308-5EFB-4B27-8DD1-5E93C442FA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5532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A4F3F-B738-035C-554B-CCBB1F859C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978447-0E57-CBC4-52DC-A905B704A6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563B03-28B3-11CE-351C-BAFD1CC1FB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31B8238-8784-CB66-AF06-78D81EC487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7088884-4FD6-3596-C8FA-2FC1E7C81F4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8DEFFE7-19B7-9D29-9B12-3CBB6F0EAE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6B613-031A-4CB1-A67F-80615576F29D}" type="datetimeFigureOut">
              <a:rPr lang="en-US" smtClean="0"/>
              <a:t>9/27/2025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659391F-9211-023E-3A04-2FEC976C57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34388C2-8AFF-9C14-E568-DCBA622D4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05C308-5EFB-4B27-8DD1-5E93C442FA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08975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4BFF81-67BE-DEBE-5BE5-AE83464E3F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3ACBC52-3CC6-4F76-D9F6-809BB68C41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6B613-031A-4CB1-A67F-80615576F29D}" type="datetimeFigureOut">
              <a:rPr lang="en-US" smtClean="0"/>
              <a:t>9/27/2025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86E9E2-7774-67B7-3CCD-6489DE0B99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411ED4-8461-3CED-64DA-7C7383AC5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05C308-5EFB-4B27-8DD1-5E93C442FA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63707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CB96088-13A9-183D-4C3F-EE72A8C926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6B613-031A-4CB1-A67F-80615576F29D}" type="datetimeFigureOut">
              <a:rPr lang="en-US" smtClean="0"/>
              <a:t>9/27/2025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02FF114-14AF-7B67-8215-44E1086D3B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535CF1-F314-25F1-DC1A-CEC87B048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05C308-5EFB-4B27-8DD1-5E93C442FA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81969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E05CEE-E906-F793-6ED3-D13ED33036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49E7BE-C654-DDFD-BF68-EA637D4BFE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FBA4A7-64A7-B888-E966-963D57C9A1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E903728-2294-83B6-7468-8BB3954DAF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6B613-031A-4CB1-A67F-80615576F29D}" type="datetimeFigureOut">
              <a:rPr lang="en-US" smtClean="0"/>
              <a:t>9/27/2025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269A3A-FA2B-87AE-A87A-6E516F104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17A933-6476-D016-139C-0524C076E0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05C308-5EFB-4B27-8DD1-5E93C442FA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64448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64CE43-C059-5C66-24EB-ABF2DD9D4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DE142B2-E6DE-9680-C550-1CBF4F89928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59DF5B-1691-2A24-D07F-32E806D289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A42916-40B3-C3CE-C9C5-0AE6FBEE6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6B613-031A-4CB1-A67F-80615576F29D}" type="datetimeFigureOut">
              <a:rPr lang="en-US" smtClean="0"/>
              <a:t>9/27/2025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DF0376-AED6-63BA-8234-DC2A56F38C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DDA753-9057-6DCE-B598-469FDE22A8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05C308-5EFB-4B27-8DD1-5E93C442FA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04377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BCEE2-1353-BC8E-A5F6-4AA68254A5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9D1CDD-DE2A-D36E-5A08-B325F4B64F5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F58966-DA01-C6E0-F8C9-B73247F01D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6B613-031A-4CB1-A67F-80615576F29D}" type="datetimeFigureOut">
              <a:rPr lang="en-US" smtClean="0"/>
              <a:t>9/27/2025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270366-32F5-7FDF-3698-BCF734624E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D5F02B-A93B-4038-EBF4-EC02886E3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05C308-5EFB-4B27-8DD1-5E93C442FA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38015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E4F48A6-AE5B-AD5A-CDEE-56F9AAA3DE1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013327-9C2A-B96B-75BC-9A68A37228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AF20C2-6B76-7E66-4C23-1E2F32913B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6B613-031A-4CB1-A67F-80615576F29D}" type="datetimeFigureOut">
              <a:rPr lang="en-US" smtClean="0"/>
              <a:t>9/27/2025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5E2258-07B3-AC1C-7CF8-C45111547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EBCFD1-1284-764F-E07B-218550A00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05C308-5EFB-4B27-8DD1-5E93C442FA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60861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6ACD3D9-B7C7-98B0-09C5-CF7C371A9F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32897B-810D-AB2F-FDCC-244E25714E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BCFF2A-A489-1F86-785F-5A3F2BB9DDE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06B613-031A-4CB1-A67F-80615576F29D}" type="datetimeFigureOut">
              <a:rPr lang="en-US" smtClean="0"/>
              <a:t>9/27/2025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A8552B-34EB-E1C4-65E1-C13E79A68D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FD9AD6-BFFC-388A-94D7-D96DBF24E1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05C308-5EFB-4B27-8DD1-5E93C442FA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180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8118560-BC53-D71C-6FDF-9808204F45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72" y="135605"/>
            <a:ext cx="11463274" cy="658678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0C556F5-9403-3ADB-2DBB-B8BFF916EAF5}"/>
              </a:ext>
            </a:extLst>
          </p:cNvPr>
          <p:cNvSpPr/>
          <p:nvPr/>
        </p:nvSpPr>
        <p:spPr>
          <a:xfrm>
            <a:off x="460872" y="387927"/>
            <a:ext cx="2845746" cy="544946"/>
          </a:xfrm>
          <a:prstGeom prst="rect">
            <a:avLst/>
          </a:prstGeom>
          <a:solidFill>
            <a:srgbClr val="0070C0">
              <a:alpha val="60000"/>
            </a:srgbClr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ln>
                  <a:solidFill>
                    <a:srgbClr val="000000"/>
                  </a:solidFill>
                </a:ln>
                <a:solidFill>
                  <a:schemeClr val="bg1"/>
                </a:solidFill>
              </a:rPr>
              <a:t>Controls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C7A9C3D-47DA-FF76-94E7-A45010BDD484}"/>
              </a:ext>
            </a:extLst>
          </p:cNvPr>
          <p:cNvSpPr/>
          <p:nvPr/>
        </p:nvSpPr>
        <p:spPr>
          <a:xfrm>
            <a:off x="460872" y="969820"/>
            <a:ext cx="2845746" cy="5752574"/>
          </a:xfrm>
          <a:prstGeom prst="rect">
            <a:avLst/>
          </a:prstGeom>
          <a:solidFill>
            <a:schemeClr val="accent5">
              <a:lumMod val="75000"/>
              <a:alpha val="60000"/>
            </a:schemeClr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ln>
                  <a:solidFill>
                    <a:srgbClr val="000000"/>
                  </a:solidFill>
                </a:ln>
                <a:solidFill>
                  <a:schemeClr val="bg1"/>
                </a:solidFill>
              </a:rPr>
              <a:t>Setup </a:t>
            </a:r>
            <a:br>
              <a:rPr lang="en-US" sz="2800" b="1" dirty="0">
                <a:ln>
                  <a:solidFill>
                    <a:srgbClr val="000000"/>
                  </a:solidFill>
                </a:ln>
                <a:solidFill>
                  <a:schemeClr val="bg1"/>
                </a:solidFill>
              </a:rPr>
            </a:br>
            <a:r>
              <a:rPr lang="en-US" sz="2800" b="1" dirty="0">
                <a:ln>
                  <a:solidFill>
                    <a:srgbClr val="000000"/>
                  </a:solidFill>
                </a:ln>
                <a:solidFill>
                  <a:schemeClr val="bg1"/>
                </a:solidFill>
              </a:rPr>
              <a:t>Explorer</a:t>
            </a:r>
            <a:endParaRPr lang="en-US" sz="2000" b="1" dirty="0">
              <a:ln>
                <a:solidFill>
                  <a:srgbClr val="000000"/>
                </a:solidFill>
              </a:ln>
              <a:solidFill>
                <a:schemeClr val="bg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81F4423-C1EA-E5D3-474A-8F8984D1A172}"/>
              </a:ext>
            </a:extLst>
          </p:cNvPr>
          <p:cNvSpPr/>
          <p:nvPr/>
        </p:nvSpPr>
        <p:spPr>
          <a:xfrm>
            <a:off x="3346763" y="387927"/>
            <a:ext cx="4245528" cy="2937164"/>
          </a:xfrm>
          <a:prstGeom prst="rect">
            <a:avLst/>
          </a:prstGeom>
          <a:solidFill>
            <a:schemeClr val="accent2">
              <a:lumMod val="50000"/>
              <a:alpha val="60000"/>
            </a:schemeClr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ln>
                  <a:solidFill>
                    <a:srgbClr val="000000"/>
                  </a:solidFill>
                </a:ln>
                <a:solidFill>
                  <a:schemeClr val="bg1"/>
                </a:solidFill>
              </a:rPr>
              <a:t>Geometry</a:t>
            </a:r>
          </a:p>
          <a:p>
            <a:pPr algn="ctr"/>
            <a:r>
              <a:rPr lang="en-US" sz="2800" b="1" dirty="0">
                <a:ln>
                  <a:solidFill>
                    <a:srgbClr val="000000"/>
                  </a:solidFill>
                </a:ln>
                <a:solidFill>
                  <a:schemeClr val="bg1"/>
                </a:solidFill>
              </a:rPr>
              <a:t>Viewer</a:t>
            </a:r>
            <a:endParaRPr lang="en-US" sz="2000" b="1" dirty="0">
              <a:ln>
                <a:solidFill>
                  <a:srgbClr val="000000"/>
                </a:solidFill>
              </a:ln>
              <a:solidFill>
                <a:schemeClr val="bg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F941F4-5107-DD72-28A6-515DBD409A74}"/>
              </a:ext>
            </a:extLst>
          </p:cNvPr>
          <p:cNvSpPr/>
          <p:nvPr/>
        </p:nvSpPr>
        <p:spPr>
          <a:xfrm>
            <a:off x="3346763" y="3362034"/>
            <a:ext cx="4245528" cy="3029529"/>
          </a:xfrm>
          <a:prstGeom prst="rect">
            <a:avLst/>
          </a:prstGeom>
          <a:solidFill>
            <a:schemeClr val="accent3">
              <a:lumMod val="60000"/>
              <a:lumOff val="40000"/>
              <a:alpha val="60000"/>
            </a:schemeClr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ln>
                  <a:solidFill>
                    <a:srgbClr val="000000"/>
                  </a:solidFill>
                </a:ln>
                <a:solidFill>
                  <a:schemeClr val="bg1"/>
                </a:solidFill>
              </a:rPr>
              <a:t>Time</a:t>
            </a:r>
          </a:p>
          <a:p>
            <a:pPr algn="ctr"/>
            <a:r>
              <a:rPr lang="en-US" sz="2800" b="1" dirty="0">
                <a:ln>
                  <a:solidFill>
                    <a:srgbClr val="000000"/>
                  </a:solidFill>
                </a:ln>
                <a:solidFill>
                  <a:schemeClr val="bg1"/>
                </a:solidFill>
              </a:rPr>
              <a:t>Viewer</a:t>
            </a:r>
            <a:endParaRPr lang="en-US" sz="2000" b="1" dirty="0">
              <a:ln>
                <a:solidFill>
                  <a:srgbClr val="000000"/>
                </a:solidFill>
              </a:ln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409C305-3E75-1761-12D6-6143866ABB8F}"/>
              </a:ext>
            </a:extLst>
          </p:cNvPr>
          <p:cNvSpPr/>
          <p:nvPr/>
        </p:nvSpPr>
        <p:spPr>
          <a:xfrm>
            <a:off x="7631963" y="3362034"/>
            <a:ext cx="4245528" cy="3029529"/>
          </a:xfrm>
          <a:prstGeom prst="rect">
            <a:avLst/>
          </a:prstGeom>
          <a:solidFill>
            <a:schemeClr val="accent2">
              <a:lumMod val="75000"/>
              <a:alpha val="60000"/>
            </a:schemeClr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ln>
                  <a:solidFill>
                    <a:srgbClr val="000000"/>
                  </a:solidFill>
                </a:ln>
                <a:solidFill>
                  <a:schemeClr val="bg1"/>
                </a:solidFill>
              </a:rPr>
              <a:t>Multi-model</a:t>
            </a:r>
          </a:p>
          <a:p>
            <a:pPr algn="ctr"/>
            <a:r>
              <a:rPr lang="en-US" sz="2800" b="1" dirty="0">
                <a:ln>
                  <a:solidFill>
                    <a:srgbClr val="000000"/>
                  </a:solidFill>
                </a:ln>
                <a:solidFill>
                  <a:schemeClr val="bg1"/>
                </a:solidFill>
              </a:rPr>
              <a:t>Inspector</a:t>
            </a:r>
            <a:endParaRPr lang="en-US" sz="2000" b="1" dirty="0">
              <a:ln>
                <a:solidFill>
                  <a:srgbClr val="000000"/>
                </a:solidFill>
              </a:ln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51335D7-71D4-C85F-42FD-ABECDB13627B}"/>
              </a:ext>
            </a:extLst>
          </p:cNvPr>
          <p:cNvSpPr/>
          <p:nvPr/>
        </p:nvSpPr>
        <p:spPr>
          <a:xfrm>
            <a:off x="7631963" y="387928"/>
            <a:ext cx="4245528" cy="2937164"/>
          </a:xfrm>
          <a:prstGeom prst="rect">
            <a:avLst/>
          </a:prstGeom>
          <a:solidFill>
            <a:schemeClr val="accent6">
              <a:lumMod val="75000"/>
              <a:alpha val="60000"/>
            </a:schemeClr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ln>
                  <a:solidFill>
                    <a:srgbClr val="000000"/>
                  </a:solidFill>
                </a:ln>
                <a:solidFill>
                  <a:schemeClr val="bg1"/>
                </a:solidFill>
              </a:rPr>
              <a:t>Payoff</a:t>
            </a:r>
          </a:p>
          <a:p>
            <a:pPr algn="ctr"/>
            <a:r>
              <a:rPr lang="en-US" sz="2800" b="1" dirty="0">
                <a:ln>
                  <a:solidFill>
                    <a:srgbClr val="000000"/>
                  </a:solidFill>
                </a:ln>
                <a:solidFill>
                  <a:schemeClr val="bg1"/>
                </a:solidFill>
              </a:rPr>
              <a:t>Metrics</a:t>
            </a:r>
            <a:endParaRPr lang="en-US" sz="2000" b="1" dirty="0">
              <a:ln>
                <a:solidFill>
                  <a:srgbClr val="000000"/>
                </a:solidFill>
              </a:ln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3097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30C129-E3CA-6081-ADBD-989B2443A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8B9A9B7-E466-3F8C-4209-2599EB019421}"/>
              </a:ext>
            </a:extLst>
          </p:cNvPr>
          <p:cNvSpPr/>
          <p:nvPr/>
        </p:nvSpPr>
        <p:spPr>
          <a:xfrm>
            <a:off x="3943563" y="986317"/>
            <a:ext cx="4512067" cy="45488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Model Settings (*.set)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F744E2D-3E22-2F06-7381-B13275946019}"/>
              </a:ext>
            </a:extLst>
          </p:cNvPr>
          <p:cNvSpPr/>
          <p:nvPr/>
        </p:nvSpPr>
        <p:spPr>
          <a:xfrm>
            <a:off x="3943563" y="1776956"/>
            <a:ext cx="4512067" cy="45488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Fractures and Wells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008FE5A-716D-ECC8-0CDA-5E9C1797B2C2}"/>
              </a:ext>
            </a:extLst>
          </p:cNvPr>
          <p:cNvCxnSpPr>
            <a:stCxn id="2" idx="2"/>
            <a:endCxn id="3" idx="0"/>
          </p:cNvCxnSpPr>
          <p:nvPr/>
        </p:nvCxnSpPr>
        <p:spPr>
          <a:xfrm>
            <a:off x="6199597" y="1441205"/>
            <a:ext cx="0" cy="33575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1743C347-3DDB-D92C-4A53-8E30C0954B15}"/>
              </a:ext>
            </a:extLst>
          </p:cNvPr>
          <p:cNvSpPr/>
          <p:nvPr/>
        </p:nvSpPr>
        <p:spPr>
          <a:xfrm>
            <a:off x="3943563" y="2567596"/>
            <a:ext cx="4512067" cy="45488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Geomechanics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DA79C86-1578-AD62-7AC7-5FA190175E9B}"/>
              </a:ext>
            </a:extLst>
          </p:cNvPr>
          <p:cNvCxnSpPr>
            <a:endCxn id="13" idx="0"/>
          </p:cNvCxnSpPr>
          <p:nvPr/>
        </p:nvCxnSpPr>
        <p:spPr>
          <a:xfrm>
            <a:off x="6199597" y="2231845"/>
            <a:ext cx="0" cy="33575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693FC993-CA7B-02B4-125C-4FA79E61DF88}"/>
              </a:ext>
            </a:extLst>
          </p:cNvPr>
          <p:cNvSpPr/>
          <p:nvPr/>
        </p:nvSpPr>
        <p:spPr>
          <a:xfrm>
            <a:off x="3943563" y="3358235"/>
            <a:ext cx="4512067" cy="45488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Flow Solver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2194F16-F758-3095-A316-910284114CB0}"/>
              </a:ext>
            </a:extLst>
          </p:cNvPr>
          <p:cNvCxnSpPr>
            <a:endCxn id="15" idx="0"/>
          </p:cNvCxnSpPr>
          <p:nvPr/>
        </p:nvCxnSpPr>
        <p:spPr>
          <a:xfrm>
            <a:off x="6199597" y="3022484"/>
            <a:ext cx="0" cy="33575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7D05D45F-EE55-BA57-E047-169D198B5E32}"/>
              </a:ext>
            </a:extLst>
          </p:cNvPr>
          <p:cNvSpPr/>
          <p:nvPr/>
        </p:nvSpPr>
        <p:spPr>
          <a:xfrm>
            <a:off x="3943563" y="4148875"/>
            <a:ext cx="4512067" cy="45488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Heat Solver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E18ED0F-B64A-8B32-4E3F-8C56DEE17A90}"/>
              </a:ext>
            </a:extLst>
          </p:cNvPr>
          <p:cNvCxnSpPr>
            <a:endCxn id="17" idx="0"/>
          </p:cNvCxnSpPr>
          <p:nvPr/>
        </p:nvCxnSpPr>
        <p:spPr>
          <a:xfrm>
            <a:off x="6199597" y="3813124"/>
            <a:ext cx="0" cy="33575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9558FB12-529B-3581-6645-F30126AC76F9}"/>
              </a:ext>
            </a:extLst>
          </p:cNvPr>
          <p:cNvSpPr/>
          <p:nvPr/>
        </p:nvSpPr>
        <p:spPr>
          <a:xfrm>
            <a:off x="3943563" y="4939514"/>
            <a:ext cx="4512067" cy="45488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Power Conversion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0E202CC-D67A-611D-F5CE-F4B6C6CB09A0}"/>
              </a:ext>
            </a:extLst>
          </p:cNvPr>
          <p:cNvCxnSpPr>
            <a:endCxn id="19" idx="0"/>
          </p:cNvCxnSpPr>
          <p:nvPr/>
        </p:nvCxnSpPr>
        <p:spPr>
          <a:xfrm>
            <a:off x="6199597" y="4603763"/>
            <a:ext cx="0" cy="33575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33536EC8-65D4-0A80-1C51-70416A73F89B}"/>
              </a:ext>
            </a:extLst>
          </p:cNvPr>
          <p:cNvSpPr/>
          <p:nvPr/>
        </p:nvSpPr>
        <p:spPr>
          <a:xfrm>
            <a:off x="3943563" y="5730154"/>
            <a:ext cx="4512067" cy="45488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Outputs (*.csv, *.</a:t>
            </a:r>
            <a:r>
              <a:rPr lang="en-US" dirty="0" err="1">
                <a:solidFill>
                  <a:schemeClr val="tx1"/>
                </a:solidFill>
              </a:rPr>
              <a:t>vtk</a:t>
            </a:r>
            <a:r>
              <a:rPr lang="en-US" dirty="0">
                <a:solidFill>
                  <a:schemeClr val="tx1"/>
                </a:solidFill>
              </a:rPr>
              <a:t>, *.</a:t>
            </a:r>
            <a:r>
              <a:rPr lang="en-US" dirty="0" err="1">
                <a:solidFill>
                  <a:schemeClr val="tx1"/>
                </a:solidFill>
              </a:rPr>
              <a:t>geodt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F6310F0-37B7-4C93-F648-0E56C7D3D564}"/>
              </a:ext>
            </a:extLst>
          </p:cNvPr>
          <p:cNvCxnSpPr>
            <a:endCxn id="21" idx="0"/>
          </p:cNvCxnSpPr>
          <p:nvPr/>
        </p:nvCxnSpPr>
        <p:spPr>
          <a:xfrm>
            <a:off x="6199597" y="5394403"/>
            <a:ext cx="0" cy="33575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Arc 24">
            <a:extLst>
              <a:ext uri="{FF2B5EF4-FFF2-40B4-BE49-F238E27FC236}">
                <a16:creationId xmlns:a16="http://schemas.microsoft.com/office/drawing/2014/main" id="{8D8FB4D7-6E93-30A6-4872-4330FE626CBB}"/>
              </a:ext>
            </a:extLst>
          </p:cNvPr>
          <p:cNvSpPr/>
          <p:nvPr/>
        </p:nvSpPr>
        <p:spPr>
          <a:xfrm>
            <a:off x="4068567" y="3446977"/>
            <a:ext cx="297951" cy="297951"/>
          </a:xfrm>
          <a:prstGeom prst="arc">
            <a:avLst>
              <a:gd name="adj1" fmla="val 19859003"/>
              <a:gd name="adj2" fmla="val 18718431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Arc 25">
            <a:extLst>
              <a:ext uri="{FF2B5EF4-FFF2-40B4-BE49-F238E27FC236}">
                <a16:creationId xmlns:a16="http://schemas.microsoft.com/office/drawing/2014/main" id="{98E17B2E-3FFA-CD70-70D9-1AFE58E4599C}"/>
              </a:ext>
            </a:extLst>
          </p:cNvPr>
          <p:cNvSpPr/>
          <p:nvPr/>
        </p:nvSpPr>
        <p:spPr>
          <a:xfrm>
            <a:off x="4068567" y="4233893"/>
            <a:ext cx="297951" cy="297951"/>
          </a:xfrm>
          <a:prstGeom prst="arc">
            <a:avLst>
              <a:gd name="adj1" fmla="val 19859003"/>
              <a:gd name="adj2" fmla="val 18718431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Left Bracket 26">
            <a:extLst>
              <a:ext uri="{FF2B5EF4-FFF2-40B4-BE49-F238E27FC236}">
                <a16:creationId xmlns:a16="http://schemas.microsoft.com/office/drawing/2014/main" id="{E8FB24E8-4545-3431-E12A-FB2C85C7B655}"/>
              </a:ext>
            </a:extLst>
          </p:cNvPr>
          <p:cNvSpPr/>
          <p:nvPr/>
        </p:nvSpPr>
        <p:spPr>
          <a:xfrm>
            <a:off x="3634480" y="2034283"/>
            <a:ext cx="308225" cy="1520574"/>
          </a:xfrm>
          <a:prstGeom prst="leftBracket">
            <a:avLst>
              <a:gd name="adj" fmla="val 88333"/>
            </a:avLst>
          </a:prstGeom>
          <a:ln w="3810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Left Bracket 27">
            <a:extLst>
              <a:ext uri="{FF2B5EF4-FFF2-40B4-BE49-F238E27FC236}">
                <a16:creationId xmlns:a16="http://schemas.microsoft.com/office/drawing/2014/main" id="{C7E836DE-8DBE-C98B-3EA9-94ADD0883F6C}"/>
              </a:ext>
            </a:extLst>
          </p:cNvPr>
          <p:cNvSpPr/>
          <p:nvPr/>
        </p:nvSpPr>
        <p:spPr>
          <a:xfrm>
            <a:off x="3634480" y="3647325"/>
            <a:ext cx="308225" cy="719191"/>
          </a:xfrm>
          <a:prstGeom prst="leftBracket">
            <a:avLst>
              <a:gd name="adj" fmla="val 88333"/>
            </a:avLst>
          </a:prstGeom>
          <a:ln w="3810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3AE7632-0EB2-1387-C278-7DAE70907D66}"/>
              </a:ext>
            </a:extLst>
          </p:cNvPr>
          <p:cNvSpPr/>
          <p:nvPr/>
        </p:nvSpPr>
        <p:spPr>
          <a:xfrm>
            <a:off x="3942705" y="195677"/>
            <a:ext cx="4512067" cy="45488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Model Settings (*.set)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D326AD5-FA1C-EA72-F5D3-694AAAD9084D}"/>
              </a:ext>
            </a:extLst>
          </p:cNvPr>
          <p:cNvCxnSpPr>
            <a:stCxn id="29" idx="2"/>
          </p:cNvCxnSpPr>
          <p:nvPr/>
        </p:nvCxnSpPr>
        <p:spPr>
          <a:xfrm>
            <a:off x="6198739" y="650565"/>
            <a:ext cx="0" cy="33575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68787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</TotalTime>
  <Words>42</Words>
  <Application>Microsoft Office PowerPoint</Application>
  <PresentationFormat>Widescreen</PresentationFormat>
  <Paragraphs>18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Luke Frash</dc:creator>
  <cp:lastModifiedBy>Luke Frash</cp:lastModifiedBy>
  <cp:revision>2</cp:revision>
  <dcterms:created xsi:type="dcterms:W3CDTF">2024-08-02T21:55:36Z</dcterms:created>
  <dcterms:modified xsi:type="dcterms:W3CDTF">2025-09-27T21:01:41Z</dcterms:modified>
</cp:coreProperties>
</file>