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E7F96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144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80F78E-243A-F760-16B7-4D9AA81CCC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901E165-8EC6-8195-6F98-B1091FE9813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56B700-7600-E24B-B751-8AE0CE8484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06B613-031A-4CB1-A67F-80615576F29D}" type="datetimeFigureOut">
              <a:rPr lang="en-US" smtClean="0"/>
              <a:t>8/2/2024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2B44C3-8BA2-F935-AA1F-BA2D1C4FB6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0E826B-3083-F082-0A12-5126499027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05C308-5EFB-4B27-8DD1-5E93C442FA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65767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3DC382-BCFD-007C-1CBA-A56EDC9326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233BB1-3D1E-A2BD-D2E3-9F2F697FF0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36FC58-9F68-6919-4460-151F0A5F49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06B613-031A-4CB1-A67F-80615576F29D}" type="datetimeFigureOut">
              <a:rPr lang="en-US" smtClean="0"/>
              <a:t>8/2/2024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747A19-60A7-ABFE-8F1B-D387856BFA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60ABED-6A82-F63B-CD9D-C70E666FBA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05C308-5EFB-4B27-8DD1-5E93C442FA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90346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E8257F-95C8-A509-44FD-19C231C488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CF6DF5-DF8A-8441-ED3D-9192075FD1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0E2641-80AA-833C-5C70-071C0FB2FF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06B613-031A-4CB1-A67F-80615576F29D}" type="datetimeFigureOut">
              <a:rPr lang="en-US" smtClean="0"/>
              <a:t>8/2/2024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636EA0-EC52-F276-3B0D-EAC68D2D54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2C44F9-5707-36BA-B5A0-0B3D8DF8F7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05C308-5EFB-4B27-8DD1-5E93C442FA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81313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D7D1A9-ACEC-0D5B-16EA-861B9437AC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7E5B14-687C-55B9-7E5D-EA13A45CCAE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3ED0BD6-B43C-F8AD-94A9-D9DF964BF4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AB6DE51-EFA7-BE29-DEED-5AF3056A5A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06B613-031A-4CB1-A67F-80615576F29D}" type="datetimeFigureOut">
              <a:rPr lang="en-US" smtClean="0"/>
              <a:t>8/2/2024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61C455D-9C1E-E1F4-EEAA-6AF19A7D9C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4EA659-6338-22C8-0930-7D5BE40D80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05C308-5EFB-4B27-8DD1-5E93C442FA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5532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6A4F3F-B738-035C-554B-CCBB1F859C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978447-0E57-CBC4-52DC-A905B704A6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563B03-28B3-11CE-351C-BAFD1CC1FB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31B8238-8784-CB66-AF06-78D81EC487E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7088884-4FD6-3596-C8FA-2FC1E7C81F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8DEFFE7-19B7-9D29-9B12-3CBB6F0EAE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06B613-031A-4CB1-A67F-80615576F29D}" type="datetimeFigureOut">
              <a:rPr lang="en-US" smtClean="0"/>
              <a:t>8/2/2024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659391F-9211-023E-3A04-2FEC976C57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34388C2-8AFF-9C14-E568-DCBA622D4D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05C308-5EFB-4B27-8DD1-5E93C442FA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08975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4BFF81-67BE-DEBE-5BE5-AE83464E3F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3ACBC52-3CC6-4F76-D9F6-809BB68C41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06B613-031A-4CB1-A67F-80615576F29D}" type="datetimeFigureOut">
              <a:rPr lang="en-US" smtClean="0"/>
              <a:t>8/2/2024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786E9E2-7774-67B7-3CCD-6489DE0B99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7411ED4-8461-3CED-64DA-7C7383AC53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05C308-5EFB-4B27-8DD1-5E93C442FA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63707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CB96088-13A9-183D-4C3F-EE72A8C926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06B613-031A-4CB1-A67F-80615576F29D}" type="datetimeFigureOut">
              <a:rPr lang="en-US" smtClean="0"/>
              <a:t>8/2/2024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02FF114-14AF-7B67-8215-44E1086D3B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535CF1-F314-25F1-DC1A-CEC87B048F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05C308-5EFB-4B27-8DD1-5E93C442FA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81969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E05CEE-E906-F793-6ED3-D13ED33036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49E7BE-C654-DDFD-BF68-EA637D4BFE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4FBA4A7-64A7-B888-E966-963D57C9A1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903728-2294-83B6-7468-8BB3954DAF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06B613-031A-4CB1-A67F-80615576F29D}" type="datetimeFigureOut">
              <a:rPr lang="en-US" smtClean="0"/>
              <a:t>8/2/2024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269A3A-FA2B-87AE-A87A-6E516F1045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17A933-6476-D016-139C-0524C076E0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05C308-5EFB-4B27-8DD1-5E93C442FA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64448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64CE43-C059-5C66-24EB-ABF2DD9D4C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DE142B2-E6DE-9680-C550-1CBF4F89928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59DF5B-1691-2A24-D07F-32E806D289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A42916-40B3-C3CE-C9C5-0AE6FBEE6C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06B613-031A-4CB1-A67F-80615576F29D}" type="datetimeFigureOut">
              <a:rPr lang="en-US" smtClean="0"/>
              <a:t>8/2/2024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FDF0376-AED6-63BA-8234-DC2A56F38C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DDA753-9057-6DCE-B598-469FDE22A8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05C308-5EFB-4B27-8DD1-5E93C442FA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04377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9BCEE2-1353-BC8E-A5F6-4AA68254A5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C9D1CDD-DE2A-D36E-5A08-B325F4B64F5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F58966-DA01-C6E0-F8C9-B73247F01D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06B613-031A-4CB1-A67F-80615576F29D}" type="datetimeFigureOut">
              <a:rPr lang="en-US" smtClean="0"/>
              <a:t>8/2/2024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270366-32F5-7FDF-3698-BCF734624E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D5F02B-A93B-4038-EBF4-EC02886E33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05C308-5EFB-4B27-8DD1-5E93C442FA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38015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E4F48A6-AE5B-AD5A-CDEE-56F9AAA3DE1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6013327-9C2A-B96B-75BC-9A68A37228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AF20C2-6B76-7E66-4C23-1E2F32913B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06B613-031A-4CB1-A67F-80615576F29D}" type="datetimeFigureOut">
              <a:rPr lang="en-US" smtClean="0"/>
              <a:t>8/2/2024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5E2258-07B3-AC1C-7CF8-C451115477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EBCFD1-1284-764F-E07B-218550A00E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05C308-5EFB-4B27-8DD1-5E93C442FA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60861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6ACD3D9-B7C7-98B0-09C5-CF7C371A9F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32897B-810D-AB2F-FDCC-244E25714E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BCFF2A-A489-1F86-785F-5A3F2BB9DDE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D06B613-031A-4CB1-A67F-80615576F29D}" type="datetimeFigureOut">
              <a:rPr lang="en-US" smtClean="0"/>
              <a:t>8/2/2024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A8552B-34EB-E1C4-65E1-C13E79A68DC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FD9AD6-BFFC-388A-94D7-D96DBF24E1E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405C308-5EFB-4B27-8DD1-5E93C442FA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1180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8118560-BC53-D71C-6FDF-9808204F45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872" y="135605"/>
            <a:ext cx="11463274" cy="6586789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20C556F5-9403-3ADB-2DBB-B8BFF916EAF5}"/>
              </a:ext>
            </a:extLst>
          </p:cNvPr>
          <p:cNvSpPr/>
          <p:nvPr/>
        </p:nvSpPr>
        <p:spPr>
          <a:xfrm>
            <a:off x="460872" y="387927"/>
            <a:ext cx="2845746" cy="544946"/>
          </a:xfrm>
          <a:prstGeom prst="rect">
            <a:avLst/>
          </a:prstGeom>
          <a:solidFill>
            <a:srgbClr val="0070C0">
              <a:alpha val="60000"/>
            </a:srgbClr>
          </a:solidFill>
          <a:ln w="12700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ln>
                  <a:solidFill>
                    <a:srgbClr val="000000"/>
                  </a:solidFill>
                </a:ln>
                <a:solidFill>
                  <a:schemeClr val="bg1"/>
                </a:solidFill>
              </a:rPr>
              <a:t>Controls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C7A9C3D-47DA-FF76-94E7-A45010BDD484}"/>
              </a:ext>
            </a:extLst>
          </p:cNvPr>
          <p:cNvSpPr/>
          <p:nvPr/>
        </p:nvSpPr>
        <p:spPr>
          <a:xfrm>
            <a:off x="460872" y="969820"/>
            <a:ext cx="2845746" cy="5752574"/>
          </a:xfrm>
          <a:prstGeom prst="rect">
            <a:avLst/>
          </a:prstGeom>
          <a:solidFill>
            <a:schemeClr val="accent5">
              <a:lumMod val="75000"/>
              <a:alpha val="60000"/>
            </a:schemeClr>
          </a:solidFill>
          <a:ln w="12700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ln>
                  <a:solidFill>
                    <a:srgbClr val="000000"/>
                  </a:solidFill>
                </a:ln>
                <a:solidFill>
                  <a:schemeClr val="bg1"/>
                </a:solidFill>
              </a:rPr>
              <a:t>Setup </a:t>
            </a:r>
            <a:br>
              <a:rPr lang="en-US" sz="2800" b="1" dirty="0">
                <a:ln>
                  <a:solidFill>
                    <a:srgbClr val="000000"/>
                  </a:solidFill>
                </a:ln>
                <a:solidFill>
                  <a:schemeClr val="bg1"/>
                </a:solidFill>
              </a:rPr>
            </a:br>
            <a:r>
              <a:rPr lang="en-US" sz="2800" b="1" dirty="0">
                <a:ln>
                  <a:solidFill>
                    <a:srgbClr val="000000"/>
                  </a:solidFill>
                </a:ln>
                <a:solidFill>
                  <a:schemeClr val="bg1"/>
                </a:solidFill>
              </a:rPr>
              <a:t>Explorer</a:t>
            </a:r>
            <a:endParaRPr lang="en-US" sz="2000" b="1" dirty="0">
              <a:ln>
                <a:solidFill>
                  <a:srgbClr val="000000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81F4423-C1EA-E5D3-474A-8F8984D1A172}"/>
              </a:ext>
            </a:extLst>
          </p:cNvPr>
          <p:cNvSpPr/>
          <p:nvPr/>
        </p:nvSpPr>
        <p:spPr>
          <a:xfrm>
            <a:off x="3346763" y="387927"/>
            <a:ext cx="4245528" cy="2937164"/>
          </a:xfrm>
          <a:prstGeom prst="rect">
            <a:avLst/>
          </a:prstGeom>
          <a:solidFill>
            <a:schemeClr val="accent2">
              <a:lumMod val="50000"/>
              <a:alpha val="60000"/>
            </a:schemeClr>
          </a:solidFill>
          <a:ln w="12700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ln>
                  <a:solidFill>
                    <a:srgbClr val="000000"/>
                  </a:solidFill>
                </a:ln>
                <a:solidFill>
                  <a:schemeClr val="bg1"/>
                </a:solidFill>
              </a:rPr>
              <a:t>Geometry</a:t>
            </a:r>
          </a:p>
          <a:p>
            <a:pPr algn="ctr"/>
            <a:r>
              <a:rPr lang="en-US" sz="2800" b="1" dirty="0">
                <a:ln>
                  <a:solidFill>
                    <a:srgbClr val="000000"/>
                  </a:solidFill>
                </a:ln>
                <a:solidFill>
                  <a:schemeClr val="bg1"/>
                </a:solidFill>
              </a:rPr>
              <a:t>Viewer</a:t>
            </a:r>
            <a:endParaRPr lang="en-US" sz="2000" b="1" dirty="0">
              <a:ln>
                <a:solidFill>
                  <a:srgbClr val="000000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0F941F4-5107-DD72-28A6-515DBD409A74}"/>
              </a:ext>
            </a:extLst>
          </p:cNvPr>
          <p:cNvSpPr/>
          <p:nvPr/>
        </p:nvSpPr>
        <p:spPr>
          <a:xfrm>
            <a:off x="3346763" y="3362034"/>
            <a:ext cx="4245528" cy="3029529"/>
          </a:xfrm>
          <a:prstGeom prst="rect">
            <a:avLst/>
          </a:prstGeom>
          <a:solidFill>
            <a:schemeClr val="accent3">
              <a:lumMod val="60000"/>
              <a:lumOff val="40000"/>
              <a:alpha val="60000"/>
            </a:schemeClr>
          </a:solidFill>
          <a:ln w="12700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ln>
                  <a:solidFill>
                    <a:srgbClr val="000000"/>
                  </a:solidFill>
                </a:ln>
                <a:solidFill>
                  <a:schemeClr val="bg1"/>
                </a:solidFill>
              </a:rPr>
              <a:t>Time</a:t>
            </a:r>
          </a:p>
          <a:p>
            <a:pPr algn="ctr"/>
            <a:r>
              <a:rPr lang="en-US" sz="2800" b="1" dirty="0">
                <a:ln>
                  <a:solidFill>
                    <a:srgbClr val="000000"/>
                  </a:solidFill>
                </a:ln>
                <a:solidFill>
                  <a:schemeClr val="bg1"/>
                </a:solidFill>
              </a:rPr>
              <a:t>Viewer</a:t>
            </a:r>
            <a:endParaRPr lang="en-US" sz="2000" b="1" dirty="0">
              <a:ln>
                <a:solidFill>
                  <a:srgbClr val="000000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409C305-3E75-1761-12D6-6143866ABB8F}"/>
              </a:ext>
            </a:extLst>
          </p:cNvPr>
          <p:cNvSpPr/>
          <p:nvPr/>
        </p:nvSpPr>
        <p:spPr>
          <a:xfrm>
            <a:off x="7631963" y="3362034"/>
            <a:ext cx="4245528" cy="3029529"/>
          </a:xfrm>
          <a:prstGeom prst="rect">
            <a:avLst/>
          </a:prstGeom>
          <a:solidFill>
            <a:schemeClr val="accent2">
              <a:lumMod val="75000"/>
              <a:alpha val="60000"/>
            </a:schemeClr>
          </a:solidFill>
          <a:ln w="12700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ln>
                  <a:solidFill>
                    <a:srgbClr val="000000"/>
                  </a:solidFill>
                </a:ln>
                <a:solidFill>
                  <a:schemeClr val="bg1"/>
                </a:solidFill>
              </a:rPr>
              <a:t>Multi-model</a:t>
            </a:r>
          </a:p>
          <a:p>
            <a:pPr algn="ctr"/>
            <a:r>
              <a:rPr lang="en-US" sz="2800" b="1" dirty="0">
                <a:ln>
                  <a:solidFill>
                    <a:srgbClr val="000000"/>
                  </a:solidFill>
                </a:ln>
                <a:solidFill>
                  <a:schemeClr val="bg1"/>
                </a:solidFill>
              </a:rPr>
              <a:t>Inspector</a:t>
            </a:r>
            <a:endParaRPr lang="en-US" sz="2000" b="1" dirty="0">
              <a:ln>
                <a:solidFill>
                  <a:srgbClr val="000000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51335D7-71D4-C85F-42FD-ABECDB13627B}"/>
              </a:ext>
            </a:extLst>
          </p:cNvPr>
          <p:cNvSpPr/>
          <p:nvPr/>
        </p:nvSpPr>
        <p:spPr>
          <a:xfrm>
            <a:off x="7631963" y="387928"/>
            <a:ext cx="4245528" cy="2937164"/>
          </a:xfrm>
          <a:prstGeom prst="rect">
            <a:avLst/>
          </a:prstGeom>
          <a:solidFill>
            <a:schemeClr val="accent6">
              <a:lumMod val="75000"/>
              <a:alpha val="60000"/>
            </a:schemeClr>
          </a:solidFill>
          <a:ln w="12700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ln>
                  <a:solidFill>
                    <a:srgbClr val="000000"/>
                  </a:solidFill>
                </a:ln>
                <a:solidFill>
                  <a:schemeClr val="bg1"/>
                </a:solidFill>
              </a:rPr>
              <a:t>Payoff</a:t>
            </a:r>
          </a:p>
          <a:p>
            <a:pPr algn="ctr"/>
            <a:r>
              <a:rPr lang="en-US" sz="2800" b="1" dirty="0">
                <a:ln>
                  <a:solidFill>
                    <a:srgbClr val="000000"/>
                  </a:solidFill>
                </a:ln>
                <a:solidFill>
                  <a:schemeClr val="bg1"/>
                </a:solidFill>
              </a:rPr>
              <a:t>Metrics</a:t>
            </a:r>
            <a:endParaRPr lang="en-US" sz="2000" b="1" dirty="0">
              <a:ln>
                <a:solidFill>
                  <a:srgbClr val="000000"/>
                </a:solidFill>
              </a:ln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83097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</TotalTime>
  <Words>12</Words>
  <Application>Microsoft Office PowerPoint</Application>
  <PresentationFormat>Widescreen</PresentationFormat>
  <Paragraphs>10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Luke Frash</dc:creator>
  <cp:lastModifiedBy>Luke Frash</cp:lastModifiedBy>
  <cp:revision>1</cp:revision>
  <dcterms:created xsi:type="dcterms:W3CDTF">2024-08-02T21:55:36Z</dcterms:created>
  <dcterms:modified xsi:type="dcterms:W3CDTF">2024-08-02T22:45:40Z</dcterms:modified>
</cp:coreProperties>
</file>